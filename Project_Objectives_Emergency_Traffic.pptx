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Emergency Traffic Preemption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Hyderabad SUMO Project Objectives and Execution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Detect emergency events using siren confidence and wireless/LoRa trigger</a:t>
            </a:r>
          </a:p>
          <a:p>
            <a:pPr>
              <a:defRPr sz="2200"/>
            </a:pPr>
            <a:r>
              <a:t>Preempt upcoming traffic signals to build a green corridor</a:t>
            </a:r>
          </a:p>
          <a:p>
            <a:pPr>
              <a:defRPr sz="2200"/>
            </a:pPr>
            <a:r>
              <a:t>Reroute ambulances dynamically to the best reachable hospital</a:t>
            </a:r>
          </a:p>
          <a:p>
            <a:pPr>
              <a:defRPr sz="2200"/>
            </a:pPr>
            <a:r>
              <a:t>Notify destination hospitals with ETA and emergency 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Run 10 to 15 ambulances in mixed high-density traffic</a:t>
            </a:r>
          </a:p>
          <a:p>
            <a:pPr>
              <a:defRPr sz="2200"/>
            </a:pPr>
            <a:r>
              <a:t>Maintain visible emergency priority through signal preemption logs</a:t>
            </a:r>
          </a:p>
          <a:p>
            <a:pPr>
              <a:defRPr sz="2200"/>
            </a:pPr>
            <a:r>
              <a:t>Guarantee hospital-edge reachability before simulation starts</a:t>
            </a:r>
          </a:p>
          <a:p>
            <a:pPr>
              <a:defRPr sz="2200"/>
            </a:pPr>
            <a:r>
              <a:t>Restore traffic signal programs automatically after ambulance clearance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Map-style hospital symbols rendered in SUMO GUI</a:t>
            </a:r>
          </a:p>
          <a:p>
            <a:pPr>
              <a:defRPr sz="2200"/>
            </a:pPr>
            <a:r>
              <a:t>Automatic traffic-light presence check and fallback net rebuild</a:t>
            </a:r>
          </a:p>
          <a:p>
            <a:pPr>
              <a:defRPr sz="2200"/>
            </a:pPr>
            <a:r>
              <a:t>LoRa UDP listener option for wireless trigger ingestion</a:t>
            </a:r>
          </a:p>
          <a:p>
            <a:pPr>
              <a:defRPr sz="2200"/>
            </a:pPr>
            <a:r>
              <a:t>Dynamic ETA-based rerouting and fair multi-ambulance conflict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Demonstrate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Run: .\run_hyderabad.ps1 -Profile strict-production -SumoBinary sumo-gui</a:t>
            </a:r>
          </a:p>
          <a:p>
            <a:pPr>
              <a:defRPr sz="2200"/>
            </a:pPr>
            <a:r>
              <a:t>Observe [SIGNAL] logs for phase switch and restore events</a:t>
            </a:r>
          </a:p>
          <a:p>
            <a:pPr>
              <a:defRPr sz="2200"/>
            </a:pPr>
            <a:r>
              <a:t>Observe [INFO] route updates when hospital destination changes</a:t>
            </a:r>
          </a:p>
          <a:p>
            <a:pPr>
              <a:defRPr sz="2200"/>
            </a:pPr>
            <a:r>
              <a:t>Optionally feed LoRa UDP payloads to trigger wireless confirmation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286000" cy="1005840"/>
          </a:xfrm>
          <a:prstGeom prst="roundRect">
            <a:avLst/>
          </a:prstGeom>
          <a:solidFill>
            <a:srgbClr val="DF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Siren ML +</a:t>
            </a:r>
          </a:p>
          <a:p>
            <a:r>
              <a:t>LoRa/Wireless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280160"/>
            <a:ext cx="2286000" cy="1005840"/>
          </a:xfrm>
          <a:prstGeom prst="roundRect">
            <a:avLst/>
          </a:prstGeom>
          <a:solidFill>
            <a:srgbClr val="DF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Dual Verification</a:t>
            </a:r>
          </a:p>
          <a:p>
            <a:r>
              <a:t>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1280160"/>
            <a:ext cx="2286000" cy="1005840"/>
          </a:xfrm>
          <a:prstGeom prst="roundRect">
            <a:avLst/>
          </a:prstGeom>
          <a:solidFill>
            <a:srgbClr val="DF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Route + Hospital</a:t>
            </a:r>
          </a:p>
          <a:p>
            <a:r>
              <a:t>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280160"/>
            <a:ext cx="2286000" cy="1005840"/>
          </a:xfrm>
          <a:prstGeom prst="roundRect">
            <a:avLst/>
          </a:prstGeom>
          <a:solidFill>
            <a:srgbClr val="DF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Signal</a:t>
            </a:r>
          </a:p>
          <a:p>
            <a:r>
              <a:t>Preemption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1280160"/>
            <a:ext cx="2286000" cy="1005840"/>
          </a:xfrm>
          <a:prstGeom prst="roundRect">
            <a:avLst/>
          </a:prstGeom>
          <a:solidFill>
            <a:srgbClr val="DF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Hospital</a:t>
            </a:r>
          </a:p>
          <a:p>
            <a:r>
              <a:t>Notification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